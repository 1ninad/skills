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74" r:id="rId4"/>
  </p:sldMasterIdLst>
  <p:notesMasterIdLst>
    <p:notesMasterId r:id="rId7"/>
  </p:notesMasterIdLst>
  <p:handoutMasterIdLst>
    <p:handoutMasterId r:id="rId8"/>
  </p:handoutMasterIdLst>
  <p:sldIdLst>
    <p:sldId id="2142533549" r:id="rId5"/>
    <p:sldId id="2142533553" r:id="rId6"/>
  </p:sldIdLst>
  <p:sldSz cx="12192000" cy="6858000"/>
  <p:notesSz cx="6889750" cy="10018713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62DFDC-010C-5C4F-BA5C-65135AC397E6}">
          <p14:sldIdLst>
            <p14:sldId id="2142533549"/>
            <p14:sldId id="2142533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117" userDrawn="1">
          <p15:clr>
            <a:srgbClr val="A4A3A4"/>
          </p15:clr>
        </p15:guide>
        <p15:guide id="5" orient="horz" pos="1820" userDrawn="1">
          <p15:clr>
            <a:srgbClr val="A4A3A4"/>
          </p15:clr>
        </p15:guide>
        <p15:guide id="7" orient="horz" pos="3181" userDrawn="1">
          <p15:clr>
            <a:srgbClr val="A4A3A4"/>
          </p15:clr>
        </p15:guide>
        <p15:guide id="9" orient="horz" pos="323" userDrawn="1">
          <p15:clr>
            <a:srgbClr val="A4A3A4"/>
          </p15:clr>
        </p15:guide>
        <p15:guide id="11" pos="7265" userDrawn="1">
          <p15:clr>
            <a:srgbClr val="A4A3A4"/>
          </p15:clr>
        </p15:guide>
        <p15:guide id="12" pos="1005" userDrawn="1">
          <p15:clr>
            <a:srgbClr val="A4A3A4"/>
          </p15:clr>
        </p15:guide>
        <p15:guide id="13" orient="horz" pos="3997" userDrawn="1">
          <p15:clr>
            <a:srgbClr val="A4A3A4"/>
          </p15:clr>
        </p15:guide>
        <p15:guide id="14" orient="horz" pos="13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F88"/>
    <a:srgbClr val="00BDF2"/>
    <a:srgbClr val="00BDF3"/>
    <a:srgbClr val="003E88"/>
    <a:srgbClr val="000000"/>
    <a:srgbClr val="75BEEA"/>
    <a:srgbClr val="19161F"/>
    <a:srgbClr val="291D24"/>
    <a:srgbClr val="00BE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7712"/>
  </p:normalViewPr>
  <p:slideViewPr>
    <p:cSldViewPr snapToGrid="0" snapToObjects="1" showGuides="1">
      <p:cViewPr varScale="1">
        <p:scale>
          <a:sx n="91" d="100"/>
          <a:sy n="91" d="100"/>
        </p:scale>
        <p:origin x="168" y="48"/>
      </p:cViewPr>
      <p:guideLst>
        <p:guide orient="horz" pos="2160"/>
        <p:guide pos="3840"/>
        <p:guide orient="horz" pos="1117"/>
        <p:guide orient="horz" pos="1820"/>
        <p:guide orient="horz" pos="3181"/>
        <p:guide orient="horz" pos="323"/>
        <p:guide pos="7265"/>
        <p:guide pos="1005"/>
        <p:guide orient="horz" pos="3997"/>
        <p:guide orient="horz" pos="131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 snapToObjects="1">
      <p:cViewPr varScale="1">
        <p:scale>
          <a:sx n="123" d="100"/>
          <a:sy n="123" d="100"/>
        </p:scale>
        <p:origin x="497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DBA57A6B-9A09-4D10-BEC4-B926D567F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87B9AC1-7B72-4E0F-AF69-D15AED452B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7966EA66-89A9-4AA9-980A-580987251203}" type="datetimeFigureOut">
              <a:rPr lang="sv-SE" smtClean="0"/>
              <a:t>2026-08-27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192DA7C-9232-44A4-AC35-677B5A6BB1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7B58BA2-57EF-4A8C-A98A-072038BFC3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1F120529-E383-489D-AAF3-38E61A65A69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4107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 b="0" i="0">
                <a:latin typeface="Arial" panose="020B0604020202020204" pitchFamily="34" charset="0"/>
              </a:defRPr>
            </a:lvl1pPr>
          </a:lstStyle>
          <a:p>
            <a:fld id="{6AE1E28A-936C-2341-8949-B5B6C6476E48}" type="datetimeFigureOut">
              <a:rPr lang="en-DK" smtClean="0"/>
              <a:pPr/>
              <a:t>08/27/2026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1506"/>
            <a:ext cx="5511800" cy="3944868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7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 b="0" i="0">
                <a:latin typeface="Arial" panose="020B0604020202020204" pitchFamily="34" charset="0"/>
              </a:defRPr>
            </a:lvl1pPr>
          </a:lstStyle>
          <a:p>
            <a:fld id="{D67987AA-8FE1-674E-A1EF-F0BAA3FF42D7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938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987AA-8FE1-674E-A1EF-F0BAA3FF42D7}" type="slidenum">
              <a:rPr lang="en-DK" smtClean="0"/>
              <a:pPr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2454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trapak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F4BAA91-92C7-4F11-9805-3C092E41724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4011613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lIns="7308000" anchor="ctr" anchorCtr="1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add image, click on placeholder and insert image from Canto  </a:t>
            </a:r>
          </a:p>
        </p:txBody>
      </p:sp>
      <p:pic>
        <p:nvPicPr>
          <p:cNvPr id="13" name="Picture 12" descr="A picture containing drawing, plate&#10;&#10;Description automatically generated">
            <a:extLst>
              <a:ext uri="{FF2B5EF4-FFF2-40B4-BE49-F238E27FC236}">
                <a16:creationId xmlns:a16="http://schemas.microsoft.com/office/drawing/2014/main" id="{1B2C77A1-E718-4F57-8AB9-78DC3BBFE1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6758" y="5986075"/>
            <a:ext cx="2094592" cy="504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7B59-0939-4E61-8187-2D296FD839D8}"/>
              </a:ext>
            </a:extLst>
          </p:cNvPr>
          <p:cNvSpPr/>
          <p:nvPr userDrawn="1"/>
        </p:nvSpPr>
        <p:spPr>
          <a:xfrm>
            <a:off x="0" y="3429001"/>
            <a:ext cx="12192000" cy="3430588"/>
          </a:xfrm>
          <a:prstGeom prst="rect">
            <a:avLst/>
          </a:prstGeom>
          <a:gradFill>
            <a:gsLst>
              <a:gs pos="0">
                <a:schemeClr val="accent2">
                  <a:alpha val="63000"/>
                </a:schemeClr>
              </a:gs>
              <a:gs pos="14000">
                <a:schemeClr val="accent2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47879" y="3848881"/>
            <a:ext cx="6835200" cy="1206000"/>
          </a:xfrm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title 32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47879" y="5108236"/>
            <a:ext cx="6835200" cy="877839"/>
          </a:xfrm>
        </p:spPr>
        <p:txBody>
          <a:bodyPr>
            <a:noAutofit/>
          </a:bodyPr>
          <a:lstStyle>
            <a:lvl1pPr marL="0" indent="0" algn="l">
              <a:buNone/>
              <a:defRPr sz="2400" b="1" baseline="0">
                <a:solidFill>
                  <a:schemeClr val="bg1"/>
                </a:solidFill>
              </a:defRPr>
            </a:lvl1pPr>
            <a:lvl2pPr marL="54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24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6" name="Picture 5" descr="A picture containing drawing, plate&#10;&#10;Description automatically generated">
            <a:extLst>
              <a:ext uri="{FF2B5EF4-FFF2-40B4-BE49-F238E27FC236}">
                <a16:creationId xmlns:a16="http://schemas.microsoft.com/office/drawing/2014/main" id="{E0C178EA-5B9F-4884-B480-71C25855CA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77381" y="5961589"/>
            <a:ext cx="2094592" cy="552972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E21AD9-D75F-126F-0109-199BA9C7D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600" y="6001170"/>
            <a:ext cx="5040000" cy="36000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358666" indent="0">
              <a:buNone/>
              <a:defRPr/>
            </a:lvl2pPr>
            <a:lvl3pPr marL="539460" indent="0">
              <a:buNone/>
              <a:defRPr/>
            </a:lvl3pPr>
            <a:lvl4pPr marL="718306" indent="0">
              <a:buNone/>
              <a:defRPr/>
            </a:lvl4pPr>
            <a:lvl5pPr marL="898126" indent="0">
              <a:buNone/>
              <a:defRPr/>
            </a:lvl5pPr>
          </a:lstStyle>
          <a:p>
            <a:pPr marL="0" marR="0" lvl="0" indent="0" algn="l" defTabSz="10882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GB" sz="1600" dirty="0"/>
              <a:t>Presented by: XXX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86AB20F-A4B4-50A2-F747-4F9D3E353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600" y="6394796"/>
            <a:ext cx="5040000" cy="36000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358666" indent="0">
              <a:buNone/>
              <a:defRPr/>
            </a:lvl2pPr>
            <a:lvl3pPr marL="539460" indent="0">
              <a:buNone/>
              <a:defRPr/>
            </a:lvl3pPr>
            <a:lvl4pPr marL="718306" indent="0">
              <a:buNone/>
              <a:defRPr/>
            </a:lvl4pPr>
            <a:lvl5pPr marL="898126" indent="0">
              <a:buNone/>
              <a:defRPr/>
            </a:lvl5pPr>
          </a:lstStyle>
          <a:p>
            <a:pPr marL="0" marR="0" lvl="0" indent="0" algn="l" defTabSz="10882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GB" sz="1600" dirty="0"/>
              <a:t>Date: </a:t>
            </a:r>
            <a:r>
              <a:rPr lang="en-US" dirty="0" err="1"/>
              <a:t>yyyy</a:t>
            </a:r>
            <a:r>
              <a:rPr lang="en-US" dirty="0"/>
              <a:t>-mm-dd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940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b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47879" y="3429000"/>
            <a:ext cx="6835200" cy="1206000"/>
          </a:xfrm>
        </p:spPr>
        <p:txBody>
          <a:bodyPr anchor="b" anchorCtr="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title 32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47879" y="4688355"/>
            <a:ext cx="6835200" cy="1206000"/>
          </a:xfrm>
        </p:spPr>
        <p:txBody>
          <a:bodyPr>
            <a:noAutofit/>
          </a:bodyPr>
          <a:lstStyle>
            <a:lvl1pPr marL="0" indent="0" algn="l">
              <a:buNone/>
              <a:defRPr sz="2400" b="1" baseline="0">
                <a:solidFill>
                  <a:schemeClr val="bg1"/>
                </a:solidFill>
              </a:defRPr>
            </a:lvl1pPr>
            <a:lvl2pPr marL="54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pic>
        <p:nvPicPr>
          <p:cNvPr id="5" name="Picture 4" descr="A picture containing drawing, plate&#10;&#10;Description automatically generated">
            <a:extLst>
              <a:ext uri="{FF2B5EF4-FFF2-40B4-BE49-F238E27FC236}">
                <a16:creationId xmlns:a16="http://schemas.microsoft.com/office/drawing/2014/main" id="{D67080D2-FA77-4D51-AA91-E57E89F42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7381" y="5961589"/>
            <a:ext cx="2094592" cy="55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7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_Standard - headlin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ln>
            <a:noFill/>
          </a:ln>
        </p:spPr>
        <p:txBody>
          <a:bodyPr lIns="0" tIns="54000" rIns="108000" bIns="54000" anchor="t" anchorCtr="0"/>
          <a:lstStyle>
            <a:lvl1pPr>
              <a:lnSpc>
                <a:spcPct val="8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E89C54-40F2-46E3-9368-A41AB0AE56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1245" y="1872000"/>
            <a:ext cx="9927254" cy="4534950"/>
          </a:xfrm>
          <a:prstGeom prst="rect">
            <a:avLst/>
          </a:prstGeom>
        </p:spPr>
        <p:txBody>
          <a:bodyPr vert="horz" lIns="0" tIns="54000" rIns="108000" bIns="54000" rtlCol="0">
            <a:noAutofit/>
          </a:bodyPr>
          <a:lstStyle/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F2347EB-E32A-7F9B-1585-F80FAE113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DA2E6-468B-775D-2B9E-9C406927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3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_Standard - 2 rows headlin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79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Click to edit 2-line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7284558-1DFD-4AC6-BB36-AC6D866D28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1245" y="1872000"/>
            <a:ext cx="9927254" cy="4534950"/>
          </a:xfrm>
          <a:prstGeom prst="rect">
            <a:avLst/>
          </a:prstGeom>
        </p:spPr>
        <p:txBody>
          <a:bodyPr vert="horz" lIns="0" tIns="54000" rIns="108000" bIns="54000" rtlCol="0">
            <a:noAutofit/>
          </a:bodyPr>
          <a:lstStyle/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943816A-DE40-227A-4730-1F8BEF8D6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16F11-F137-9FC8-7F71-B3261113D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11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Standard - 1 row headline, sub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4B85CE8-6730-414B-B31F-7BC525AB6A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1245" y="1872000"/>
            <a:ext cx="9927254" cy="4534950"/>
          </a:xfrm>
          <a:prstGeom prst="rect">
            <a:avLst/>
          </a:prstGeom>
        </p:spPr>
        <p:txBody>
          <a:bodyPr vert="horz" lIns="0" tIns="54000" rIns="108000" bIns="54000" rtlCol="0">
            <a:noAutofit/>
          </a:bodyPr>
          <a:lstStyle/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3E1D092-EA48-FA70-39F1-64634A823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D39F-14C7-E248-CDE4-720AACEF7D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665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9" userDrawn="1">
          <p15:clr>
            <a:srgbClr val="FBAE40"/>
          </p15:clr>
        </p15:guide>
        <p15:guide id="2" orient="horz" pos="70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d_Standard - 2 rows headlines, sub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81091" y="12672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79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Click to edit 2-line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9BB5EF-574D-459F-8EDB-8168AD68EA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1245" y="1872000"/>
            <a:ext cx="9927254" cy="4534950"/>
          </a:xfrm>
          <a:prstGeom prst="rect">
            <a:avLst/>
          </a:prstGeom>
        </p:spPr>
        <p:txBody>
          <a:bodyPr vert="horz" lIns="0" tIns="54000" rIns="108000" bIns="54000" rtlCol="0">
            <a:noAutofit/>
          </a:bodyPr>
          <a:lstStyle/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CDAAED7-CAC7-8254-D9CF-B6775B909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15074-BC22-221D-F30A-190DB82E265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242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0" userDrawn="1">
          <p15:clr>
            <a:srgbClr val="FBAE40"/>
          </p15:clr>
        </p15:guide>
        <p15:guide id="2" orient="horz" pos="9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e_Standard - 1 row headline, sub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27491-8C22-4583-8381-7ADEE05FAF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80399" y="1872000"/>
            <a:ext cx="9925661" cy="4536000"/>
          </a:xfrm>
          <a:noFill/>
        </p:spPr>
        <p:txBody>
          <a:bodyPr anchor="t"/>
          <a:lstStyle>
            <a:lvl1pPr marL="0" indent="0" algn="l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06FAEC1-EB71-4DB7-A870-A328BFA8A4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B176F05-EFF4-4F6C-A3EC-BCE42AD0FE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AB613CE-191C-0036-FFC1-F2AC87925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B0FE-482E-2EBC-F46A-6ED5C8B3A9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43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f_Standard - 1 row headline and sub title,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9AAD56-86AE-4EE4-9E48-FF8FEA838BD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96000" y="0"/>
            <a:ext cx="3096000" cy="6858000"/>
          </a:xfrm>
          <a:noFill/>
          <a:ln>
            <a:noFill/>
          </a:ln>
        </p:spPr>
        <p:txBody>
          <a:bodyPr lIns="108000" tIns="504000" anchor="t" anchorCtr="1"/>
          <a:lstStyle>
            <a:lvl1pPr marL="0" indent="0" algn="ctr">
              <a:buNone/>
              <a:defRPr sz="20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C0279F-78DD-40DA-8135-64BA5E329E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7405200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502FF7-696F-4D7E-A44D-E9D69985C7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7405200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5BA8B9-F5FF-430A-8ECE-0319E18230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81245" y="1872000"/>
            <a:ext cx="7405200" cy="4536000"/>
          </a:xfrm>
          <a:ln>
            <a:noFill/>
          </a:ln>
        </p:spPr>
        <p:txBody>
          <a:bodyPr lIns="0" rIns="108000"/>
          <a:lstStyle>
            <a:lvl1pPr>
              <a:buSzPct val="80000"/>
              <a:defRPr/>
            </a:lvl1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D1E1961-443B-4285-563D-48019FDD6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54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Standard -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2F3BD66-A636-43C0-8945-9E600833E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ln>
            <a:noFill/>
          </a:ln>
        </p:spPr>
        <p:txBody>
          <a:bodyPr lIns="0" tIns="54000" rIns="108000" bIns="54000" anchor="t" anchorCtr="0"/>
          <a:lstStyle>
            <a:lvl1pPr>
              <a:lnSpc>
                <a:spcPct val="8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60FDDB0-8F15-A529-C490-31D81C558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4AAFB-2FCD-F8A9-3B1C-6D20DC80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8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Standard - 2 rows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92EE237-9EBD-4A2D-86C6-2A416A3158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79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Click to edit 2-line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1E44FA5-5802-77B4-8751-89810FE5E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B8EFD-93E4-F0CA-DB8A-ABB4C43A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_Standard - 1 row headline and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ECB70B3-D34A-4E5E-B090-99B1F360FC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60A5246-A915-4480-A428-869E2EDD2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829A296-14DD-F8C6-624E-8E1814CFB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0E6C-5DBE-7594-0F7C-6C371E89B0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386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d_Standard - 2 rows headlines and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25AA619-5F2F-45D3-BEA5-77FF7A5AB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12672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897"/>
              </a:lnSpc>
              <a:spcBef>
                <a:spcPts val="599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7D61782-956C-4A9A-A07D-872D9B5326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79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Click to edit 2-line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67A6C80-542F-25A9-D139-01CB89A35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9EB5C-80A9-E20D-3109-676959AC93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715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Standard - 1 row headlin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81091" y="1872000"/>
            <a:ext cx="4675130" cy="4534950"/>
          </a:xfrm>
          <a:ln>
            <a:noFill/>
          </a:ln>
        </p:spPr>
        <p:txBody>
          <a:bodyPr lIns="0" rIns="108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33370" y="1872000"/>
            <a:ext cx="4675130" cy="4534950"/>
          </a:xfrm>
          <a:ln>
            <a:noFill/>
          </a:ln>
        </p:spPr>
        <p:txBody>
          <a:bodyPr lIns="0" rIns="108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9D9A29-5C81-40E4-8E3F-041A80987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ln>
            <a:noFill/>
          </a:ln>
        </p:spPr>
        <p:txBody>
          <a:bodyPr lIns="0" tIns="54000" rIns="108000" bIns="54000" anchor="t" anchorCtr="0"/>
          <a:lstStyle>
            <a:lvl1pPr>
              <a:lnSpc>
                <a:spcPct val="8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A2D764C-B9F1-8F1A-259F-6C1B586C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6A54F-F928-00D0-CF3F-F1D300C4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286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Standard - 1 row headline, sub 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81091" y="1872000"/>
            <a:ext cx="4675130" cy="4534950"/>
          </a:xfrm>
          <a:ln>
            <a:noFill/>
          </a:ln>
        </p:spPr>
        <p:txBody>
          <a:bodyPr lIns="0" rIns="108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33370" y="1872000"/>
            <a:ext cx="4675130" cy="4534950"/>
          </a:xfrm>
          <a:ln>
            <a:noFill/>
          </a:ln>
        </p:spPr>
        <p:txBody>
          <a:bodyPr lIns="0" rIns="108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0D49DAD-1051-484D-9A3D-CECCE814D6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7E4F834-8024-46AE-9C13-5E4ECC8EE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96B2E7A-C8FF-CF26-4FFC-581F28E8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7622-A447-9097-72FF-E717C84DB6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18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_Standard - 2 rows headlines, sub 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81091" y="1872000"/>
            <a:ext cx="4675130" cy="4536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33370" y="1872000"/>
            <a:ext cx="4675130" cy="4536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7B72DC-C137-4141-BF79-D407559BFF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1091" y="12672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D403A37-DEA8-47D9-B26A-0615B3480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79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defRPr lang="en-GB" noProof="0" dirty="0"/>
            </a:lvl1pPr>
          </a:lstStyle>
          <a:p>
            <a:pPr lvl="0"/>
            <a:r>
              <a:rPr lang="en-GB" noProof="0" dirty="0"/>
              <a:t>Click to edit 2-line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404FD99-06B2-6F35-9BAE-6A7818A6E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B4E6D-D42F-1B80-F641-63D768194B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32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d_Standard - 1 row headline, sub title and two column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7D3E003-4494-44B1-AA30-CD9D6AF5F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62763" y="1872000"/>
            <a:ext cx="4675187" cy="4536000"/>
          </a:xfrm>
          <a:noFill/>
        </p:spPr>
        <p:txBody>
          <a:bodyPr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84F185-23C9-44D6-A95A-1E6D6D9FF2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87F24B23-BB8C-41BA-BD91-B31D6C244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Click to edit 1-line title 28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9E89F5-F25C-457C-BBED-43F42D7C8D5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581091" y="1872000"/>
            <a:ext cx="4675130" cy="4536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B9A6EAA-CFC4-5A65-BF77-9CC66D5B9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AAA29-C621-4B2D-9F57-F34CA31DBC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0386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a_Standard - 1 row headline, sub title and picture"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07D87-E30B-40E7-22C2-0E99B16FB98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940" y="7620"/>
            <a:ext cx="12192000" cy="6858000"/>
          </a:xfrm>
        </p:spPr>
        <p:txBody>
          <a:bodyPr lIns="180000" tIns="72000" anchor="t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add image, click on picture and insert image from Canto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EC0D07-A038-2090-BA8C-1D8CE8C669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2960" y="1736276"/>
            <a:ext cx="5418540" cy="941388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358666" indent="0">
              <a:buNone/>
              <a:defRPr/>
            </a:lvl2pPr>
            <a:lvl3pPr marL="539460" indent="0">
              <a:buNone/>
              <a:defRPr/>
            </a:lvl3pPr>
            <a:lvl4pPr marL="718306" indent="0">
              <a:buNone/>
              <a:defRPr/>
            </a:lvl4pPr>
            <a:lvl5pPr marL="898126" indent="0">
              <a:buNone/>
              <a:defRPr/>
            </a:lvl5pPr>
          </a:lstStyle>
          <a:p>
            <a:pPr lvl="0"/>
            <a:r>
              <a:rPr lang="en-US" dirty="0"/>
              <a:t>Click to enter text- </a:t>
            </a:r>
            <a:br>
              <a:rPr lang="en-US" dirty="0"/>
            </a:br>
            <a:r>
              <a:rPr lang="en-US" dirty="0"/>
              <a:t>Free placement</a:t>
            </a:r>
          </a:p>
        </p:txBody>
      </p:sp>
    </p:spTree>
    <p:extLst>
      <p:ext uri="{BB962C8B-B14F-4D97-AF65-F5344CB8AC3E}">
        <p14:creationId xmlns:p14="http://schemas.microsoft.com/office/powerpoint/2010/main" val="1897328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Standard - blank with mottosta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EB6EC1E-0BEF-156B-DF50-B30BBFFE5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3B5D8-2366-DE13-D2DA-6A999AA40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800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a_take away slide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0EC9389-C25A-4799-B99F-86E7FC849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7370" y="546721"/>
            <a:ext cx="792000" cy="792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0FEFE6C-C659-48C1-8A35-AAFB505700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0400" y="1267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CCD7AC-96D2-48D5-BCD1-E7E5AC06B8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80400" y="2329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F1D9F1D-C383-4296-B2CD-F5C281C8A0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80400" y="3391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F804BA-1E5E-4556-9C47-9EC1209055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80400" y="4453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EB233EA-307B-4FBD-8DF7-A55D609E5F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80400" y="5515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516C2C10-1FCE-4E8F-8EDB-1D01F44B4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E75266C-B840-7983-8DC7-4D3D89544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245" y="482289"/>
            <a:ext cx="9925661" cy="4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Key takeaways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DE2A0-5C56-C7B1-0CD1-3B07B08295E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030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b_take away slide br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737046D-9DD3-47CF-82E6-878B08CBF7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7370" y="546721"/>
            <a:ext cx="792000" cy="79200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6F35C64-E0FA-47EC-A7F3-427442096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0400" y="1267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5FECF27-23A4-4429-A4B4-221A1C3B02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80400" y="2329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DFFBEB9-6663-40FE-B63E-6ED3D53A32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80400" y="3391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0F883F5-B823-43DC-9D64-9E38AEBFE9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80400" y="4453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BCB933A-1CE0-460F-B37B-3F6DACE5E3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80400" y="5515200"/>
            <a:ext cx="992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399EAF0-E00A-12F5-78A9-F3E813D71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445A1D-3286-C53A-7A51-A529CB30D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245" y="482289"/>
            <a:ext cx="9925661" cy="4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Key takeaways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B0EA-F71E-3800-B15C-1625F244578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200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c_take away slide bright blue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509982-74C0-4B85-848F-DBBC54BA60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36496" y="0"/>
            <a:ext cx="3096000" cy="6858000"/>
          </a:xfrm>
          <a:solidFill>
            <a:schemeClr val="bg1"/>
          </a:solidFill>
          <a:ln>
            <a:noFill/>
          </a:ln>
        </p:spPr>
        <p:txBody>
          <a:bodyPr lIns="540000" tIns="504000" rIns="36000" bIns="180000" anchor="t" anchorCtr="1"/>
          <a:lstStyle>
            <a:lvl1pPr marL="0" indent="0" algn="ctr">
              <a:buNone/>
              <a:defRPr sz="20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8B2B658-BDF9-4557-855A-7950BB794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7370" y="546721"/>
            <a:ext cx="792000" cy="792000"/>
          </a:xfrm>
          <a:prstGeom prst="rect">
            <a:avLst/>
          </a:prstGeom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3D33D9-E5FD-43A0-9CA9-7DAF0BEF0A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0400" y="1267200"/>
            <a:ext cx="740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58BB833-5C43-426D-BE44-B75E8F08C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80400" y="2329200"/>
            <a:ext cx="740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9AFC0D7-E3AB-4A71-ABEE-67163ACFFD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80400" y="3391200"/>
            <a:ext cx="740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19B04BF-35B4-4C6B-BC14-802EFF2CB9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80400" y="4453200"/>
            <a:ext cx="740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689726A-BD97-4661-8362-D2844104F4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80400" y="5515200"/>
            <a:ext cx="7405200" cy="720000"/>
          </a:xfrm>
        </p:spPr>
        <p:txBody>
          <a:bodyPr lIns="108000"/>
          <a:lstStyle>
            <a:lvl1pPr>
              <a:buClr>
                <a:schemeClr val="bg1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takeaway text 28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6AF0FA7-3C9A-75EE-DFE6-DB572646C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FF9BA9-8AA9-FA49-E6ED-34932609B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245" y="482289"/>
            <a:ext cx="7405200" cy="43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Key takeaways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334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a_end slide with boiler pla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FFD28-CBC9-4193-8D61-EC59B9D18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50546" y="1503035"/>
            <a:ext cx="4090908" cy="10205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5D1306-680E-0A06-61F5-FD1B201D0733}"/>
              </a:ext>
            </a:extLst>
          </p:cNvPr>
          <p:cNvSpPr txBox="1"/>
          <p:nvPr userDrawn="1"/>
        </p:nvSpPr>
        <p:spPr>
          <a:xfrm>
            <a:off x="1506000" y="3185564"/>
            <a:ext cx="9180000" cy="3329536"/>
          </a:xfrm>
          <a:prstGeom prst="rect">
            <a:avLst/>
          </a:prstGeom>
        </p:spPr>
        <p:txBody>
          <a:bodyPr vert="horz" lIns="0" tIns="54000" rIns="108000" bIns="54000" rtlCol="0" anchor="t">
            <a:noAutofit/>
          </a:bodyPr>
          <a:lstStyle>
            <a:lvl1pPr marR="0" lvl="0" indent="0" algn="ctr" defTabSz="1088236" fontAlgn="base">
              <a:lnSpc>
                <a:spcPct val="150000"/>
              </a:lnSpc>
              <a:spcBef>
                <a:spcPts val="599"/>
              </a:spcBef>
              <a:spcAft>
                <a:spcPts val="0"/>
              </a:spcAft>
              <a:buClr>
                <a:srgbClr val="023F88"/>
              </a:buClr>
              <a:buSzPct val="60000"/>
              <a:buFont typeface="Arial" pitchFamily="34" charset="0"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39460" indent="-180794" defTabSz="1088236">
              <a:lnSpc>
                <a:spcPts val="2398"/>
              </a:lnSpc>
              <a:spcBef>
                <a:spcPts val="599"/>
              </a:spcBef>
              <a:buClr>
                <a:schemeClr val="tx2"/>
              </a:buClr>
              <a:buSzPct val="80000"/>
              <a:buFont typeface="Arial" pitchFamily="34" charset="0"/>
              <a:buChar char="−"/>
              <a:defRPr sz="1998"/>
            </a:lvl2pPr>
            <a:lvl3pPr marL="719280" indent="-179820" defTabSz="1088236">
              <a:lnSpc>
                <a:spcPts val="2398"/>
              </a:lnSpc>
              <a:spcBef>
                <a:spcPts val="599"/>
              </a:spcBef>
              <a:buClr>
                <a:schemeClr val="tx2"/>
              </a:buClr>
              <a:buSzPct val="80000"/>
              <a:buFont typeface="Arial" pitchFamily="34" charset="0"/>
              <a:buChar char="−"/>
              <a:defRPr sz="1998"/>
            </a:lvl3pPr>
            <a:lvl4pPr marL="899100" indent="-180794" defTabSz="1088236">
              <a:lnSpc>
                <a:spcPts val="2398"/>
              </a:lnSpc>
              <a:spcBef>
                <a:spcPts val="599"/>
              </a:spcBef>
              <a:buClr>
                <a:schemeClr val="tx2"/>
              </a:buClr>
              <a:buSzPct val="80000"/>
              <a:buFont typeface="Arial" pitchFamily="34" charset="0"/>
              <a:buChar char="−"/>
              <a:defRPr sz="1998"/>
            </a:lvl4pPr>
            <a:lvl5pPr marL="1078920" indent="-180794" defTabSz="1088236">
              <a:lnSpc>
                <a:spcPts val="2398"/>
              </a:lnSpc>
              <a:spcBef>
                <a:spcPts val="599"/>
              </a:spcBef>
              <a:buClr>
                <a:schemeClr val="tx2"/>
              </a:buClr>
              <a:buSzPct val="80000"/>
              <a:buFont typeface="Arial" pitchFamily="34" charset="0"/>
              <a:buChar char="−"/>
              <a:defRPr sz="1998"/>
            </a:lvl5pPr>
            <a:lvl6pPr marL="1178922" indent="0" defTabSz="1088236">
              <a:lnSpc>
                <a:spcPts val="2856"/>
              </a:lnSpc>
              <a:spcBef>
                <a:spcPts val="0"/>
              </a:spcBef>
              <a:buFontTx/>
              <a:buNone/>
              <a:defRPr sz="2398"/>
            </a:lvl6pPr>
            <a:lvl7pPr marL="1178922" indent="0" defTabSz="1088236">
              <a:spcBef>
                <a:spcPct val="20000"/>
              </a:spcBef>
              <a:buFontTx/>
              <a:buNone/>
              <a:defRPr sz="2398"/>
            </a:lvl7pPr>
            <a:lvl8pPr marL="4080883" indent="-272059" defTabSz="1088236">
              <a:spcBef>
                <a:spcPct val="20000"/>
              </a:spcBef>
              <a:buFont typeface="Arial" pitchFamily="34" charset="0"/>
              <a:buNone/>
              <a:defRPr sz="2398"/>
            </a:lvl8pPr>
            <a:lvl9pPr marL="4625000" indent="-272059" defTabSz="1088236">
              <a:spcBef>
                <a:spcPct val="20000"/>
              </a:spcBef>
              <a:buFont typeface="Arial" pitchFamily="34" charset="0"/>
              <a:buNone/>
              <a:defRPr sz="2398"/>
            </a:lvl9pPr>
          </a:lstStyle>
          <a:p>
            <a:pPr lvl="0"/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We're here to make food safe and available. It's why we provide advanced food production systems. </a:t>
            </a:r>
            <a:b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 collaboration with our customers and suppliers, driven by more than 24,000 dedicated employees worldwide, </a:t>
            </a:r>
            <a:b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 protect food sustainably every day for hundreds of millions of people in more than 160 countries. </a:t>
            </a:r>
          </a:p>
          <a:p>
            <a:pPr lvl="0"/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Because we're here to fulfil a purpose: </a:t>
            </a:r>
          </a:p>
          <a:p>
            <a:pPr lvl="0"/>
            <a:r>
              <a: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 commit to making food safe and available, everywhere, and we promise to protect what's good: </a:t>
            </a:r>
            <a:br>
              <a: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food, people and the planet. </a:t>
            </a:r>
            <a:b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" noProof="0" dirty="0"/>
          </a:p>
          <a:p>
            <a:pPr lvl="0"/>
            <a:r>
              <a:rPr lang="en-US" noProof="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tetrapak.com</a:t>
            </a:r>
            <a:endParaRPr lang="en-US" noProof="0" dirty="0">
              <a:solidFill>
                <a:schemeClr val="bg1"/>
              </a:solidFill>
            </a:endParaRPr>
          </a:p>
          <a:p>
            <a:pPr lvl="0"/>
            <a:endParaRPr lang="en-US" noProof="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06245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b_end slide with 2-liner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706CD3-6298-4012-961A-F8D14AFA42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88824" y="2946428"/>
            <a:ext cx="4090908" cy="102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72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009F907-060F-4940-B432-58E4242E23C2}"/>
              </a:ext>
            </a:extLst>
          </p:cNvPr>
          <p:cNvSpPr/>
          <p:nvPr userDrawn="1"/>
        </p:nvSpPr>
        <p:spPr>
          <a:xfrm>
            <a:off x="187037" y="477981"/>
            <a:ext cx="1039090" cy="9351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D1E7803-206C-9D60-349B-8ED3FD4B4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1C4F1-D4FF-7CEA-9A9D-F5454405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566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7_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BDB663-94E6-48C7-9550-8F129B8FD7B2}"/>
              </a:ext>
            </a:extLst>
          </p:cNvPr>
          <p:cNvSpPr/>
          <p:nvPr userDrawn="1"/>
        </p:nvSpPr>
        <p:spPr>
          <a:xfrm>
            <a:off x="0" y="4560888"/>
            <a:ext cx="12192000" cy="22971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0400" y="5507000"/>
            <a:ext cx="6835200" cy="1206000"/>
          </a:xfrm>
        </p:spPr>
        <p:txBody>
          <a:bodyPr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</a:defRPr>
            </a:lvl1pPr>
            <a:lvl2pPr marL="54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28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AFE3D2-C1AF-47DC-A73C-A9255F1068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560888"/>
          </a:xfrm>
          <a:noFill/>
        </p:spPr>
        <p:txBody>
          <a:bodyPr bIns="828000" anchor="t" anchorCtr="1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8C56EC7E-36CF-4B04-9708-0F296E6815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2070" y="5507000"/>
            <a:ext cx="791135" cy="7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7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8_Divi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0400" y="2826000"/>
            <a:ext cx="6835200" cy="1206000"/>
          </a:xfrm>
        </p:spPr>
        <p:txBody>
          <a:bodyPr>
            <a:noAutofit/>
          </a:bodyPr>
          <a:lstStyle>
            <a:lvl1pPr marL="0" indent="0" algn="l">
              <a:buNone/>
              <a:defRPr sz="2800" b="1" baseline="0">
                <a:solidFill>
                  <a:schemeClr val="tx1"/>
                </a:solidFill>
              </a:defRPr>
            </a:lvl1pPr>
            <a:lvl2pPr marL="54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28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3B049C7-3B44-4935-871B-CD6DE6FEFE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96000" y="0"/>
            <a:ext cx="3096000" cy="6858000"/>
          </a:xfrm>
          <a:noFill/>
          <a:ln>
            <a:noFill/>
          </a:ln>
        </p:spPr>
        <p:txBody>
          <a:bodyPr lIns="108000" tIns="504000" anchor="t" anchorCtr="1"/>
          <a:lstStyle>
            <a:lvl1pPr marL="0" indent="0" algn="ctr">
              <a:buNone/>
              <a:defRPr sz="20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696AE-4C59-40E9-A10C-567D422557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66614" y="546317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059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9_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0400" y="2826000"/>
            <a:ext cx="6835200" cy="1206000"/>
          </a:xfrm>
        </p:spPr>
        <p:txBody>
          <a:bodyPr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</a:defRPr>
            </a:lvl1pPr>
            <a:lvl2pPr marL="54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28 </a:t>
            </a:r>
            <a:r>
              <a:rPr lang="en-US" dirty="0" err="1"/>
              <a:t>pt</a:t>
            </a:r>
            <a:endParaRPr lang="en-GB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B78A55-7DCE-4443-9CA0-442B6B7EFA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2070" y="5507000"/>
            <a:ext cx="791135" cy="7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6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0_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" name="TableAgenda">
            <a:extLst>
              <a:ext uri="{FF2B5EF4-FFF2-40B4-BE49-F238E27FC236}">
                <a16:creationId xmlns:a16="http://schemas.microsoft.com/office/drawing/2014/main" id="{2BF1EEA4-DC93-470D-B71C-D6786C2617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0400" y="1872000"/>
            <a:ext cx="9928800" cy="4536000"/>
          </a:xfrm>
        </p:spPr>
        <p:txBody>
          <a:bodyPr/>
          <a:lstStyle>
            <a:lvl1pPr marL="360000" indent="-360000">
              <a:spcAft>
                <a:spcPts val="1200"/>
              </a:spcAft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900000" indent="-540000">
              <a:spcAft>
                <a:spcPts val="600"/>
              </a:spcAft>
              <a:buClr>
                <a:schemeClr val="bg1"/>
              </a:buClr>
              <a:buSzPct val="100000"/>
              <a:buFont typeface="+mj-lt"/>
              <a:buAutoNum type="alphaLcParenR"/>
              <a:defRPr>
                <a:solidFill>
                  <a:schemeClr val="bg1"/>
                </a:solidFill>
              </a:defRPr>
            </a:lvl2pPr>
            <a:lvl3pPr marL="1080000" indent="-360000">
              <a:buClr>
                <a:schemeClr val="bg1"/>
              </a:buClr>
              <a:buSzPct val="100000"/>
              <a:buFont typeface="+mj-lt"/>
              <a:buAutoNum type="romanLcPeriod"/>
              <a:defRPr>
                <a:solidFill>
                  <a:schemeClr val="bg1"/>
                </a:solidFill>
              </a:defRPr>
            </a:lvl3pPr>
            <a:lvl4pPr>
              <a:buSzPct val="100000"/>
              <a:buFont typeface="+mj-lt"/>
              <a:buAutoNum type="arabicPeriod"/>
              <a:defRPr/>
            </a:lvl4pPr>
            <a:lvl5pPr>
              <a:buSzPct val="10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points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DC64FD31-E7E8-4F6A-AF23-7410FC6BC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7370" y="546721"/>
            <a:ext cx="792000" cy="79200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6EF0782-590D-EDF9-057C-9158355D2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EE6024-5C2A-E04F-B3AF-23EB4C1B4A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F0794-1A86-D483-D22A-7641A0ADBFD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sv-SE"/>
              <a:t>Initials/YYYY-MM-DD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0782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9925661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" name="TableAgenda">
            <a:extLst>
              <a:ext uri="{FF2B5EF4-FFF2-40B4-BE49-F238E27FC236}">
                <a16:creationId xmlns:a16="http://schemas.microsoft.com/office/drawing/2014/main" id="{2BF1EEA4-DC93-470D-B71C-D6786C2617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0400" y="1872000"/>
            <a:ext cx="9928800" cy="4536000"/>
          </a:xfrm>
        </p:spPr>
        <p:txBody>
          <a:bodyPr/>
          <a:lstStyle>
            <a:lvl1pPr marL="360000" indent="-360000">
              <a:spcAft>
                <a:spcPts val="1200"/>
              </a:spcAft>
              <a:buSzPct val="100000"/>
              <a:buFont typeface="+mj-lt"/>
              <a:buAutoNum type="arabicPeriod"/>
              <a:defRPr/>
            </a:lvl1pPr>
            <a:lvl2pPr marL="900000" indent="-540000">
              <a:spcAft>
                <a:spcPts val="600"/>
              </a:spcAft>
              <a:buSzPct val="100000"/>
              <a:buFont typeface="+mj-lt"/>
              <a:buAutoNum type="alphaLcParenR"/>
              <a:defRPr/>
            </a:lvl2pPr>
            <a:lvl3pPr marL="1080000" indent="-360000">
              <a:buSzPct val="100000"/>
              <a:buFont typeface="+mj-lt"/>
              <a:buAutoNum type="romanLcPeriod"/>
              <a:defRPr/>
            </a:lvl3pPr>
            <a:lvl4pPr>
              <a:buSzPct val="100000"/>
              <a:buFont typeface="+mj-lt"/>
              <a:buAutoNum type="arabicPeriod"/>
              <a:defRPr/>
            </a:lvl4pPr>
            <a:lvl5pPr>
              <a:buSzPct val="10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points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F450DC6-6856-51AB-805F-845038F40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393E3A7-FBFC-A071-CAC3-1A8E2FFD4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9925661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57152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580400" y="900000"/>
            <a:ext cx="7405200" cy="432000"/>
          </a:xfrm>
          <a:ln>
            <a:noFill/>
          </a:ln>
        </p:spPr>
        <p:txBody>
          <a:bodyPr lIns="0" tIns="54000" rIns="108000" bIns="54000">
            <a:noAutofit/>
          </a:bodyPr>
          <a:lstStyle>
            <a:lvl1pPr>
              <a:lnSpc>
                <a:spcPts val="2900"/>
              </a:lnSpc>
              <a:spcBef>
                <a:spcPts val="600"/>
              </a:spcBef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/>
              <a:t>Click to edit subtitle 24 </a:t>
            </a:r>
            <a:r>
              <a:rPr lang="en-GB" noProof="0" dirty="0" err="1"/>
              <a:t>pt</a:t>
            </a:r>
            <a:endParaRPr lang="en-GB" noProof="0" dirty="0"/>
          </a:p>
        </p:txBody>
      </p:sp>
      <p:sp>
        <p:nvSpPr>
          <p:cNvPr id="3" name="TableAgenda">
            <a:extLst>
              <a:ext uri="{FF2B5EF4-FFF2-40B4-BE49-F238E27FC236}">
                <a16:creationId xmlns:a16="http://schemas.microsoft.com/office/drawing/2014/main" id="{2BF1EEA4-DC93-470D-B71C-D6786C2617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0400" y="1872000"/>
            <a:ext cx="7405200" cy="4536000"/>
          </a:xfrm>
        </p:spPr>
        <p:txBody>
          <a:bodyPr/>
          <a:lstStyle>
            <a:lvl1pPr marL="360000" indent="-360000">
              <a:spcAft>
                <a:spcPts val="1200"/>
              </a:spcAft>
              <a:buSzPct val="100000"/>
              <a:buFont typeface="+mj-lt"/>
              <a:buAutoNum type="arabicPeriod"/>
              <a:defRPr/>
            </a:lvl1pPr>
            <a:lvl2pPr marL="900000" indent="-540000">
              <a:spcAft>
                <a:spcPts val="600"/>
              </a:spcAft>
              <a:buSzPct val="100000"/>
              <a:buFont typeface="+mj-lt"/>
              <a:buAutoNum type="alphaLcParenR"/>
              <a:defRPr/>
            </a:lvl2pPr>
            <a:lvl3pPr marL="1080000" indent="-360000">
              <a:buSzPct val="100000"/>
              <a:buFont typeface="+mj-lt"/>
              <a:buAutoNum type="romanLcPeriod"/>
              <a:defRPr/>
            </a:lvl3pPr>
            <a:lvl4pPr>
              <a:buSzPct val="100000"/>
              <a:buFont typeface="+mj-lt"/>
              <a:buAutoNum type="arabicPeriod"/>
              <a:defRPr/>
            </a:lvl4pPr>
            <a:lvl5pPr>
              <a:buSzPct val="10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points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,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DFF41AD-43D5-485F-8372-990A352F11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96000" y="0"/>
            <a:ext cx="3096000" cy="6858000"/>
          </a:xfrm>
          <a:noFill/>
          <a:ln>
            <a:noFill/>
          </a:ln>
        </p:spPr>
        <p:txBody>
          <a:bodyPr lIns="108000" tIns="504000" anchor="t" anchorCtr="1"/>
          <a:lstStyle>
            <a:lvl1pPr marL="0" indent="0" algn="ctr">
              <a:buNone/>
              <a:defRPr sz="20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To add image, click on placeholder and insert image from Canto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C52708B-BCC7-1A85-C847-3268E8B8D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BB10EAF-E538-144D-CB74-2405434FD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1091" y="482400"/>
            <a:ext cx="7405200" cy="432000"/>
          </a:xfrm>
          <a:prstGeom prst="rect">
            <a:avLst/>
          </a:prstGeom>
          <a:ln>
            <a:noFill/>
          </a:ln>
        </p:spPr>
        <p:txBody>
          <a:bodyPr vert="horz" lIns="0" tIns="54000" rIns="108000" bIns="54000" rtlCol="0" anchor="t" anchorCtr="0"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noProof="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6194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1245" y="1872000"/>
            <a:ext cx="9927254" cy="4534950"/>
          </a:xfrm>
          <a:prstGeom prst="rect">
            <a:avLst/>
          </a:prstGeom>
        </p:spPr>
        <p:txBody>
          <a:bodyPr vert="horz" lIns="0" tIns="54000" rIns="108000" bIns="54000" rtlCol="0">
            <a:noAutofit/>
          </a:bodyPr>
          <a:lstStyle/>
          <a:p>
            <a:pPr lvl="0"/>
            <a:r>
              <a:rPr lang="en-GB" noProof="0" dirty="0"/>
              <a:t>Click to edit text 24 </a:t>
            </a:r>
            <a:r>
              <a:rPr lang="en-GB" noProof="0" dirty="0" err="1"/>
              <a:t>pt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1245" y="482289"/>
            <a:ext cx="9925661" cy="432000"/>
          </a:xfrm>
          <a:prstGeom prst="rect">
            <a:avLst/>
          </a:prstGeom>
        </p:spPr>
        <p:txBody>
          <a:bodyPr vert="horz" lIns="0" tIns="54000" rIns="108000" bIns="54000" rtlCol="0" anchor="t" anchorCtr="0">
            <a:noAutofit/>
          </a:bodyPr>
          <a:lstStyle/>
          <a:p>
            <a:r>
              <a:rPr lang="en-GB" noProof="0" dirty="0"/>
              <a:t>Click to edit title 28 </a:t>
            </a:r>
            <a:r>
              <a:rPr lang="en-GB" noProof="0" dirty="0" err="1"/>
              <a:t>pt</a:t>
            </a:r>
            <a:r>
              <a:rPr lang="en-GB" noProof="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217F6-49C9-45D7-83FB-85E063A5255E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/>
          <a:stretch/>
        </p:blipFill>
        <p:spPr>
          <a:xfrm>
            <a:off x="266614" y="546317"/>
            <a:ext cx="792000" cy="792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21126-09F5-423F-8611-462B092AB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0000" y="6696000"/>
            <a:ext cx="360000" cy="144000"/>
          </a:xfrm>
          <a:prstGeom prst="rect">
            <a:avLst/>
          </a:prstGeom>
        </p:spPr>
        <p:txBody>
          <a:bodyPr vert="horz" lIns="43200" tIns="43200" rIns="64800" bIns="4320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BB0C6A-B416-463A-A4D5-45910E1EA9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3B402A-6EC7-0202-32BC-92445B39B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94400" y="6696000"/>
            <a:ext cx="2595600" cy="144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sv-SE" dirty="0"/>
              <a:t>Initials/YYYY-MM-DD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4B0DD-7FA0-8B48-7895-83FE01AFD9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779250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88390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676" r:id="rId3"/>
    <p:sldLayoutId id="2147483736" r:id="rId4"/>
    <p:sldLayoutId id="2147483677" r:id="rId5"/>
    <p:sldLayoutId id="2147483678" r:id="rId6"/>
    <p:sldLayoutId id="2147483743" r:id="rId7"/>
    <p:sldLayoutId id="2147483745" r:id="rId8"/>
    <p:sldLayoutId id="2147483679" r:id="rId9"/>
    <p:sldLayoutId id="2147483737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744" r:id="rId16"/>
    <p:sldLayoutId id="2147483754" r:id="rId17"/>
    <p:sldLayoutId id="2147483685" r:id="rId18"/>
    <p:sldLayoutId id="2147483761" r:id="rId19"/>
    <p:sldLayoutId id="2147483748" r:id="rId20"/>
    <p:sldLayoutId id="2147483747" r:id="rId21"/>
    <p:sldLayoutId id="2147483750" r:id="rId22"/>
    <p:sldLayoutId id="2147483751" r:id="rId23"/>
    <p:sldLayoutId id="2147483686" r:id="rId24"/>
    <p:sldLayoutId id="2147483740" r:id="rId25"/>
    <p:sldLayoutId id="2147483741" r:id="rId26"/>
    <p:sldLayoutId id="2147483742" r:id="rId27"/>
    <p:sldLayoutId id="2147483759" r:id="rId28"/>
    <p:sldLayoutId id="2147483758" r:id="rId29"/>
    <p:sldLayoutId id="2147483760" r:id="rId30"/>
  </p:sldLayoutIdLst>
  <p:hf sldNum="0" hdr="0" ftr="0" dt="0"/>
  <p:txStyles>
    <p:titleStyle>
      <a:lvl1pPr algn="l" defTabSz="1088236" rtl="0" eaLnBrk="1" latinLnBrk="0" hangingPunct="1">
        <a:lnSpc>
          <a:spcPct val="85000"/>
        </a:lnSpc>
        <a:spcBef>
          <a:spcPts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640" indent="-359640" algn="l" defTabSz="1088236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80000"/>
        <a:buFont typeface="Arial" pitchFamily="34" charset="0"/>
        <a:buChar char="►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9460" indent="-180794" algn="l" defTabSz="1088236" rtl="0" eaLnBrk="1" latinLnBrk="0" hangingPunct="1">
        <a:lnSpc>
          <a:spcPts val="2400"/>
        </a:lnSpc>
        <a:spcBef>
          <a:spcPts val="600"/>
        </a:spcBef>
        <a:buClr>
          <a:schemeClr val="tx2"/>
        </a:buClr>
        <a:buSzPct val="80000"/>
        <a:buFont typeface="Arial" pitchFamily="34" charset="0"/>
        <a:buChar char="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280" indent="-179820" algn="l" defTabSz="1088236" rtl="0" eaLnBrk="1" latinLnBrk="0" hangingPunct="1">
        <a:lnSpc>
          <a:spcPts val="2400"/>
        </a:lnSpc>
        <a:spcBef>
          <a:spcPts val="600"/>
        </a:spcBef>
        <a:buClr>
          <a:schemeClr val="tx2"/>
        </a:buClr>
        <a:buSzPct val="80000"/>
        <a:buFont typeface="Arial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99100" indent="-180794" algn="l" defTabSz="1088236" rtl="0" eaLnBrk="1" latinLnBrk="0" hangingPunct="1">
        <a:lnSpc>
          <a:spcPts val="2400"/>
        </a:lnSpc>
        <a:spcBef>
          <a:spcPts val="600"/>
        </a:spcBef>
        <a:buClr>
          <a:schemeClr val="tx2"/>
        </a:buClr>
        <a:buSzPct val="80000"/>
        <a:buFont typeface="Arial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98126" indent="0" algn="l" defTabSz="1088236" rtl="0" eaLnBrk="1" latinLnBrk="0" hangingPunct="1">
        <a:lnSpc>
          <a:spcPts val="2400"/>
        </a:lnSpc>
        <a:spcBef>
          <a:spcPts val="600"/>
        </a:spcBef>
        <a:buClr>
          <a:schemeClr val="tx2"/>
        </a:buClr>
        <a:buSzPct val="8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78922" indent="0" algn="l" defTabSz="1088236" rtl="0" eaLnBrk="1" latinLnBrk="0" hangingPunct="1">
        <a:lnSpc>
          <a:spcPts val="2856"/>
        </a:lnSpc>
        <a:spcBef>
          <a:spcPts val="0"/>
        </a:spcBef>
        <a:buFontTx/>
        <a:buNone/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1178922" indent="0" algn="l" defTabSz="1088236" rtl="0" eaLnBrk="1" latinLnBrk="0" hangingPunct="1">
        <a:spcBef>
          <a:spcPct val="20000"/>
        </a:spcBef>
        <a:buFontTx/>
        <a:buNone/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080883" indent="-272059" algn="l" defTabSz="1088236" rtl="0" eaLnBrk="1" latinLnBrk="0" hangingPunct="1">
        <a:spcBef>
          <a:spcPct val="20000"/>
        </a:spcBef>
        <a:buFont typeface="Arial" pitchFamily="34" charset="0"/>
        <a:buNone/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625000" indent="-272059" algn="l" defTabSz="1088236" rtl="0" eaLnBrk="1" latinLnBrk="0" hangingPunct="1">
        <a:spcBef>
          <a:spcPct val="20000"/>
        </a:spcBef>
        <a:buFont typeface="Arial" pitchFamily="34" charset="0"/>
        <a:buNone/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1pPr>
      <a:lvl2pPr marL="544117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2pPr>
      <a:lvl3pPr marL="1088236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3pPr>
      <a:lvl4pPr marL="1632353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4pPr>
      <a:lvl5pPr marL="2176470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5pPr>
      <a:lvl6pPr marL="2720589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6pPr>
      <a:lvl7pPr marL="3264706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7pPr>
      <a:lvl8pPr marL="3808824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8pPr>
      <a:lvl9pPr marL="4352942" algn="l" defTabSz="1088236" rtl="0" eaLnBrk="1" latinLnBrk="0" hangingPunct="1">
        <a:defRPr sz="20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9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C8C336-973E-1BD8-1DAB-98D44B1DAF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9F78B5-04A5-98D9-847F-A7CCF4DD9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90D7F77-1BF0-2D5C-D4B8-8F395B076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DD7AF5-CF81-E788-1037-7CDFE5857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5F6C2F2-737F-2F6A-1EB3-E70E4F2AE3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049B171-DED2-40C2-BCD7-906F08EF49A7}"/>
              </a:ext>
            </a:extLst>
          </p:cNvPr>
          <p:cNvSpPr/>
          <p:nvPr/>
        </p:nvSpPr>
        <p:spPr>
          <a:xfrm>
            <a:off x="0" y="3429000"/>
            <a:ext cx="12192000" cy="582613"/>
          </a:xfrm>
          <a:prstGeom prst="rect">
            <a:avLst/>
          </a:prstGeom>
          <a:gradFill>
            <a:gsLst>
              <a:gs pos="96000">
                <a:schemeClr val="accent2">
                  <a:lumMod val="100000"/>
                </a:schemeClr>
              </a:gs>
              <a:gs pos="0">
                <a:schemeClr val="accent2">
                  <a:alpha val="63000"/>
                </a:schemeClr>
              </a:gs>
              <a:gs pos="87000">
                <a:schemeClr val="accent2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20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A32AE2-C3AA-F941-835F-EC1F5113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1F32F0-A4BC-393C-E00B-94EE28C78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67764"/>
      </p:ext>
    </p:extLst>
  </p:cSld>
  <p:clrMapOvr>
    <a:masterClrMapping/>
  </p:clrMapOvr>
</p:sld>
</file>

<file path=ppt/theme/theme1.xml><?xml version="1.0" encoding="utf-8"?>
<a:theme xmlns:a="http://schemas.openxmlformats.org/drawingml/2006/main" name="1_Tetra Pak Widescreen Layouts">
  <a:themeElements>
    <a:clrScheme name="Tetra Pak 85">
      <a:dk1>
        <a:srgbClr val="023F88"/>
      </a:dk1>
      <a:lt1>
        <a:srgbClr val="FFFFFF"/>
      </a:lt1>
      <a:dk2>
        <a:srgbClr val="023F88"/>
      </a:dk2>
      <a:lt2>
        <a:srgbClr val="FFFFFF"/>
      </a:lt2>
      <a:accent1>
        <a:srgbClr val="023F88"/>
      </a:accent1>
      <a:accent2>
        <a:srgbClr val="00BDF2"/>
      </a:accent2>
      <a:accent3>
        <a:srgbClr val="777777"/>
      </a:accent3>
      <a:accent4>
        <a:srgbClr val="F58220"/>
      </a:accent4>
      <a:accent5>
        <a:srgbClr val="8DC63F"/>
      </a:accent5>
      <a:accent6>
        <a:srgbClr val="4A4A4A"/>
      </a:accent6>
      <a:hlink>
        <a:srgbClr val="023F88"/>
      </a:hlink>
      <a:folHlink>
        <a:srgbClr val="00BDF2"/>
      </a:folHlink>
    </a:clrScheme>
    <a:fontScheme name="TetraPak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tra Pak Basic Master Widescreen.potx" id="{9AC501B5-D9B5-425A-A7EC-E8FA5F450098}" vid="{EF4263C8-4761-4A46-B0A9-4BFD1567C3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  <wetp:taskpane dockstate="right" visibility="0" width="350" row="1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2BBD3E1-2AC0-46F1-BC32-B4977A03F24F}">
  <we:reference id="wa104380907" version="3.0.0.0" store="sv-SE" storeType="OMEX"/>
  <we:alternateReferences>
    <we:reference id="wa104380907" version="3.0.0.0" store="WA10438090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CDFA5E7-7AFB-4D1F-BE52-5616EA8389B0}">
  <we:reference id="wa104178141" version="4.3.3.0" store="sv-SE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E80FCCBE32F24F8C95DFF7BAE651E2" ma:contentTypeVersion="18" ma:contentTypeDescription="Skapa ett nytt dokument." ma:contentTypeScope="" ma:versionID="e108898f4966d7d371dbb14609ee5f35">
  <xsd:schema xmlns:xsd="http://www.w3.org/2001/XMLSchema" xmlns:xs="http://www.w3.org/2001/XMLSchema" xmlns:p="http://schemas.microsoft.com/office/2006/metadata/properties" xmlns:ns2="e7b6ad51-9fec-4302-9125-cae5988b3d54" xmlns:ns3="a111675b-28e0-4470-ab3f-604953f36ead" targetNamespace="http://schemas.microsoft.com/office/2006/metadata/properties" ma:root="true" ma:fieldsID="ba7e8bb76eef58c1c2eb537a1bd664da" ns2:_="" ns3:_="">
    <xsd:import namespace="e7b6ad51-9fec-4302-9125-cae5988b3d54"/>
    <xsd:import namespace="a111675b-28e0-4470-ab3f-604953f36e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b6ad51-9fec-4302-9125-cae5988b3d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eringar" ma:readOnly="false" ma:fieldId="{5cf76f15-5ced-4ddc-b409-7134ff3c332f}" ma:taxonomyMulti="true" ma:sspId="bc7fde0f-7bf6-4fb7-9d13-85ea7720f9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1675b-28e0-4470-ab3f-604953f36ea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0954f56-7a79-47db-a215-b31aaed790d5}" ma:internalName="TaxCatchAll" ma:showField="CatchAllData" ma:web="a111675b-28e0-4470-ab3f-604953f36e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b6ad51-9fec-4302-9125-cae5988b3d54">
      <Terms xmlns="http://schemas.microsoft.com/office/infopath/2007/PartnerControls"/>
    </lcf76f155ced4ddcb4097134ff3c332f>
    <TaxCatchAll xmlns="a111675b-28e0-4470-ab3f-604953f36ead" xsi:nil="true"/>
  </documentManagement>
</p:properties>
</file>

<file path=customXml/itemProps1.xml><?xml version="1.0" encoding="utf-8"?>
<ds:datastoreItem xmlns:ds="http://schemas.openxmlformats.org/officeDocument/2006/customXml" ds:itemID="{9A87E897-6EAD-4D96-8B4E-BE2DFFDA6C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b6ad51-9fec-4302-9125-cae5988b3d54"/>
    <ds:schemaRef ds:uri="a111675b-28e0-4470-ab3f-604953f36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97C37B-43FC-408A-8700-A29CF2BA25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3EA234-7EAD-40CF-AD4D-C693673E42F6}">
  <ds:schemaRefs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a111675b-28e0-4470-ab3f-604953f36ead"/>
    <ds:schemaRef ds:uri="e7b6ad51-9fec-4302-9125-cae5988b3d54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25b55a0c-bcf3-45fe-8d6b-e30a646beadd}" enabled="1" method="Privileged" siteId="{d2d2794a-61cc-4823-9690-8e288fd554c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Aptos</vt:lpstr>
      <vt:lpstr>Calibri</vt:lpstr>
      <vt:lpstr>1_Tetra Pak Widescreen Layouts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Ninad Kale</dc:creator>
  <cp:lastModifiedBy>Ninad Kale</cp:lastModifiedBy>
  <cp:revision>1</cp:revision>
  <cp:lastPrinted>2021-01-29T11:26:26Z</cp:lastPrinted>
  <dcterms:created xsi:type="dcterms:W3CDTF">2026-08-27T03:15:45Z</dcterms:created>
  <dcterms:modified xsi:type="dcterms:W3CDTF">2026-08-27T03:16:19Z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0x010100C4E80FCCBE32F24F8C95DFF7BAE651E2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1_Tetra Pak Widescreen Layouts:8</vt:lpwstr>
  </property>
  <property fmtid="{D5CDD505-2E9C-101B-9397-08002B2CF9AE}" pid="5" name="ClassificationContentMarkingFooterText">
    <vt:lpwstr>General</vt:lpwstr>
  </property>
</Properties>
</file>